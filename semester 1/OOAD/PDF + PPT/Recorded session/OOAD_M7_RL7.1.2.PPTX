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90" r:id="rId2"/>
    <p:sldId id="491" r:id="rId3"/>
    <p:sldId id="498" r:id="rId4"/>
    <p:sldId id="499" r:id="rId5"/>
    <p:sldId id="500" r:id="rId6"/>
    <p:sldId id="50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2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Module-7 (RL 7.1.2)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dirty="0" smtClean="0"/>
              <a:t>Application of Adapter Pattern to </a:t>
            </a:r>
            <a:r>
              <a:rPr lang="en-IN" sz="2800" b="0" dirty="0" err="1" smtClean="0"/>
              <a:t>PoS</a:t>
            </a:r>
            <a:r>
              <a:rPr lang="en-IN" sz="280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357298"/>
          <a:ext cx="5429256" cy="5072098"/>
        </p:xfrm>
        <a:graphic>
          <a:graphicData uri="http://schemas.openxmlformats.org/presentationml/2006/ole">
            <p:oleObj spid="_x0000_s1026" name="Visio" r:id="rId3" imgW="7053480" imgH="5110560" progId="">
              <p:embed/>
            </p:oleObj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105400" y="1357298"/>
            <a:ext cx="4038600" cy="3643337"/>
          </a:xfrm>
        </p:spPr>
        <p:txBody>
          <a:bodyPr>
            <a:normAutofit fontScale="850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A particular adapter instance will be instantiated for the chosen external class, such as SAP.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Adapt the </a:t>
            </a:r>
            <a:r>
              <a:rPr lang="en-IN" dirty="0" err="1" smtClean="0"/>
              <a:t>postSale</a:t>
            </a:r>
            <a:r>
              <a:rPr lang="en-IN" dirty="0" smtClean="0"/>
              <a:t> request to external service: </a:t>
            </a:r>
            <a:r>
              <a:rPr lang="en-IN" dirty="0" err="1" smtClean="0"/>
              <a:t>eg</a:t>
            </a:r>
            <a:r>
              <a:rPr lang="en-IN" dirty="0" smtClean="0"/>
              <a:t> SOAP XML interface over HYYPS for internet </a:t>
            </a:r>
            <a:r>
              <a:rPr lang="en-IN" dirty="0" err="1" smtClean="0"/>
              <a:t>Wer</a:t>
            </a:r>
            <a:r>
              <a:rPr lang="en-IN" dirty="0" smtClean="0"/>
              <a:t> service offered by SAP.</a:t>
            </a:r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The Adapter pattern : </a:t>
            </a:r>
            <a:r>
              <a:rPr lang="en-IN" dirty="0" err="1" smtClean="0"/>
              <a:t>PoS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0" y="1600200"/>
            <a:ext cx="3643306" cy="4525963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IN" dirty="0" smtClean="0"/>
              <a:t>Note the use of pattern in Type Name.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This helps identify the diagram to user.</a:t>
            </a:r>
          </a:p>
          <a:p>
            <a:pPr>
              <a:buFont typeface="Arial" pitchFamily="34" charset="0"/>
              <a:buChar char="•"/>
            </a:pPr>
            <a:r>
              <a:rPr lang="en-IN" dirty="0" smtClean="0"/>
              <a:t>A resource adapter may be viewed as a facade to an external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smtClean="0"/>
              <a:t>The Adapter pattern : </a:t>
            </a:r>
            <a:r>
              <a:rPr lang="en-IN" dirty="0" err="1" smtClean="0"/>
              <a:t>PoS</a:t>
            </a:r>
            <a:endParaRPr lang="en-IN" dirty="0" smtClean="0"/>
          </a:p>
        </p:txBody>
      </p:sp>
      <p:graphicFrame>
        <p:nvGraphicFramePr>
          <p:cNvPr id="3277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571868" y="1357298"/>
          <a:ext cx="5572132" cy="3000396"/>
        </p:xfrm>
        <a:graphic>
          <a:graphicData uri="http://schemas.openxmlformats.org/presentationml/2006/ole">
            <p:oleObj spid="_x0000_s2050" name="Visio" r:id="rId3" imgW="5926680" imgH="22705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 err="1" smtClean="0"/>
              <a:t>GoF</a:t>
            </a:r>
            <a:r>
              <a:rPr lang="en-IN" dirty="0" smtClean="0"/>
              <a:t> Adapter and some core GRASP principles</a:t>
            </a:r>
            <a:endParaRPr lang="en-IN" dirty="0"/>
          </a:p>
        </p:txBody>
      </p:sp>
      <p:graphicFrame>
        <p:nvGraphicFramePr>
          <p:cNvPr id="33794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0" y="1428736"/>
          <a:ext cx="9144000" cy="5000660"/>
        </p:xfrm>
        <a:graphic>
          <a:graphicData uri="http://schemas.openxmlformats.org/presentationml/2006/ole">
            <p:oleObj spid="_x0000_s3074" name="Visio" r:id="rId3" imgW="6471360" imgH="311220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</TotalTime>
  <Words>155</Words>
  <Application>Microsoft Office PowerPoint</Application>
  <PresentationFormat>On-screen Show (4:3)</PresentationFormat>
  <Paragraphs>126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Visio</vt:lpstr>
      <vt:lpstr>Object Oriented Analysis &amp; Design Module-7 (RL 7.1.2)</vt:lpstr>
      <vt:lpstr>Slide 2</vt:lpstr>
      <vt:lpstr>Slide 3</vt:lpstr>
      <vt:lpstr>Slide 4</vt:lpstr>
      <vt:lpstr>Slide 5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2015-02-26T06:39:21Z</dcterms:modified>
</cp:coreProperties>
</file>