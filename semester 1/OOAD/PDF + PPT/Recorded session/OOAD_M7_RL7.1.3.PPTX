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90" r:id="rId2"/>
    <p:sldId id="491" r:id="rId3"/>
    <p:sldId id="499" r:id="rId4"/>
    <p:sldId id="500" r:id="rId5"/>
    <p:sldId id="502" r:id="rId6"/>
    <p:sldId id="49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565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Module-7 (RL 7.1.3)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smtClean="0"/>
              <a:t>Factory Pattern – Problem &amp; Solution</a:t>
            </a:r>
            <a:r>
              <a:rPr lang="en-IN" sz="280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Factory (GoF) pattern.</a:t>
            </a:r>
            <a:endParaRPr lang="en-US"/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CA" sz="2800"/>
              <a:t>Problem: Who should be responsible for creating objects when there are special considerations such as complex creation logic, a desire to separate the creation responsibilities for better cohesion and so forth?</a:t>
            </a:r>
          </a:p>
          <a:p>
            <a:pPr>
              <a:lnSpc>
                <a:spcPct val="90000"/>
              </a:lnSpc>
            </a:pPr>
            <a:r>
              <a:rPr lang="en-CA" sz="2800"/>
              <a:t>Solution: Create a Pure Fabrication object called Factory that handles the creation.</a:t>
            </a:r>
          </a:p>
          <a:p>
            <a:pPr>
              <a:lnSpc>
                <a:spcPct val="90000"/>
              </a:lnSpc>
            </a:pPr>
            <a:r>
              <a:rPr lang="en-CA" sz="2800"/>
              <a:t>A Factory can handle fabrication of several different types of objects. I can have different creation methods each one for the related type.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Factory (GoF) pattern.</a:t>
            </a:r>
            <a:endParaRPr lang="en-US" b="1"/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We had discussed requirement of Adapter classes</a:t>
            </a:r>
          </a:p>
          <a:p>
            <a:pPr>
              <a:lnSpc>
                <a:spcPct val="90000"/>
              </a:lnSpc>
            </a:pPr>
            <a:r>
              <a:rPr lang="en-US"/>
              <a:t>Suppose we require multiple adapter classes</a:t>
            </a:r>
          </a:p>
          <a:p>
            <a:pPr>
              <a:lnSpc>
                <a:spcPct val="90000"/>
              </a:lnSpc>
            </a:pPr>
            <a:r>
              <a:rPr lang="en-US"/>
              <a:t>Who will create all instances of these Adapter classes</a:t>
            </a:r>
          </a:p>
          <a:p>
            <a:pPr>
              <a:lnSpc>
                <a:spcPct val="90000"/>
              </a:lnSpc>
            </a:pPr>
            <a:r>
              <a:rPr lang="en-US"/>
              <a:t>Involving ‘Register’ domain object in this task is not proper</a:t>
            </a:r>
          </a:p>
          <a:p>
            <a:pPr>
              <a:lnSpc>
                <a:spcPct val="90000"/>
              </a:lnSpc>
            </a:pPr>
            <a:r>
              <a:rPr lang="en-US"/>
              <a:t>Solution is Factory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857752" y="1500174"/>
            <a:ext cx="4038600" cy="2757493"/>
          </a:xfrm>
        </p:spPr>
        <p:txBody>
          <a:bodyPr>
            <a:normAutofit fontScale="850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Separation of Concern to be upheld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Domain layer should emphasise application logic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External connectivity should be handled by a different group of objects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14282" y="1500174"/>
            <a:ext cx="4038600" cy="5143536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Apply Factory Pattern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It is a pure fabrication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Separates the responsibility of complex creation into cohesive helper objects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Hides potential complex creation logic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Allows introduction of performance-enhancing memory management strategies, such as object caching or recycling.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The Factory Pattern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2428</TotalTime>
  <Words>256</Words>
  <Application>Microsoft Office PowerPoint</Application>
  <PresentationFormat>On-screen Show (4:3)</PresentationFormat>
  <Paragraphs>137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Object Oriented Analysis &amp; Design Module-7 (RL 7.1.3)</vt:lpstr>
      <vt:lpstr>Slide 2</vt:lpstr>
      <vt:lpstr>Factory (GoF) pattern.</vt:lpstr>
      <vt:lpstr>Factory (GoF) pattern.</vt:lpstr>
      <vt:lpstr>Slide 5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264</cp:revision>
  <dcterms:created xsi:type="dcterms:W3CDTF">2012-01-04T06:56:57Z</dcterms:created>
  <dcterms:modified xsi:type="dcterms:W3CDTF">2015-02-26T02:00:10Z</dcterms:modified>
</cp:coreProperties>
</file>