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490" r:id="rId2"/>
    <p:sldId id="491" r:id="rId3"/>
    <p:sldId id="500" r:id="rId4"/>
    <p:sldId id="499" r:id="rId5"/>
    <p:sldId id="498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6" d="100"/>
          <a:sy n="76" d="100"/>
        </p:scale>
        <p:origin x="-25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C12C6E-9196-4BCE-B794-8D13639325CF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20006-6BEC-4864-89E4-7EC98E5DF1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01821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1/5/2012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EA ZC451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pic>
        <p:nvPicPr>
          <p:cNvPr id="7" name="Picture 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8" name="Group 7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3" name="Group 9"/>
          <p:cNvGrpSpPr/>
          <p:nvPr userDrawn="1"/>
        </p:nvGrpSpPr>
        <p:grpSpPr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  <a:endParaRPr lang="en-US" sz="2900" spc="-15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 smtClean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 smtClean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 smtClean="0"/>
              <a:t>Presenter details comes here</a:t>
            </a:r>
          </a:p>
          <a:p>
            <a:pPr lvl="0"/>
            <a:r>
              <a:rPr lang="en-GB" dirty="0" smtClean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3624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Topic headings here </a:t>
            </a:r>
          </a:p>
          <a:p>
            <a:pPr lvl="0"/>
            <a:r>
              <a:rPr lang="en-US" dirty="0" smtClean="0"/>
              <a:t>(separator - can run in two lines)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1"/>
          <p:cNvGrpSpPr/>
          <p:nvPr userDrawn="1"/>
        </p:nvGrpSpPr>
        <p:grpSpPr>
          <a:xfrm>
            <a:off x="6858000" y="762000"/>
            <a:ext cx="2209800" cy="685800"/>
            <a:chOff x="76200" y="2209800"/>
            <a:chExt cx="2209800" cy="685800"/>
          </a:xfrm>
        </p:grpSpPr>
        <p:sp>
          <p:nvSpPr>
            <p:cNvPr id="13" name="TextBox 12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  <a:endParaRPr lang="en-US" sz="2900" spc="-15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4" name="TextBox 13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 smtClean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 smtClean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828800" y="3352800"/>
            <a:ext cx="6781800" cy="1600200"/>
          </a:xfrm>
        </p:spPr>
        <p:txBody>
          <a:bodyPr/>
          <a:lstStyle/>
          <a:p>
            <a:pPr algn="ctr"/>
            <a:r>
              <a:rPr lang="en-US" sz="3200" dirty="0" smtClean="0"/>
              <a:t>Object Oriented Analysis &amp; Design</a:t>
            </a:r>
            <a:br>
              <a:rPr lang="en-US" sz="3200" dirty="0" smtClean="0"/>
            </a:br>
            <a:r>
              <a:rPr lang="en-US" sz="3200" dirty="0" smtClean="0"/>
              <a:t>Module-7 (RL 7.1.4)</a:t>
            </a:r>
            <a:endParaRPr lang="en-US" sz="32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2514600" y="5029200"/>
            <a:ext cx="6019800" cy="1066800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>
                <a:solidFill>
                  <a:srgbClr val="FFC000"/>
                </a:solidFill>
              </a:rPr>
              <a:t>Harvinder</a:t>
            </a:r>
            <a:r>
              <a:rPr lang="en-US" dirty="0" smtClean="0">
                <a:solidFill>
                  <a:srgbClr val="FFC000"/>
                </a:solidFill>
              </a:rPr>
              <a:t> S </a:t>
            </a:r>
            <a:r>
              <a:rPr lang="en-US" dirty="0" err="1" smtClean="0">
                <a:solidFill>
                  <a:srgbClr val="FFC000"/>
                </a:solidFill>
              </a:rPr>
              <a:t>Jabbal</a:t>
            </a:r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3661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76200" y="5029200"/>
            <a:ext cx="8763000" cy="1676400"/>
          </a:xfrm>
        </p:spPr>
        <p:txBody>
          <a:bodyPr/>
          <a:lstStyle/>
          <a:p>
            <a:r>
              <a:rPr lang="en-IN" sz="2800" b="0" dirty="0" smtClean="0"/>
              <a:t>Application of Factory Pattern to </a:t>
            </a:r>
            <a:r>
              <a:rPr lang="en-IN" sz="2800" b="0" dirty="0" err="1" smtClean="0"/>
              <a:t>PoS.</a:t>
            </a:r>
            <a:r>
              <a:rPr lang="en-IN" sz="2800" smtClean="0"/>
              <a:t> </a:t>
            </a:r>
            <a:endParaRPr lang="en-US" sz="2800" dirty="0"/>
          </a:p>
        </p:txBody>
      </p:sp>
    </p:spTree>
    <p:extLst>
      <p:ext uri="{BB962C8B-B14F-4D97-AF65-F5344CB8AC3E}">
        <p14:creationId xmlns="" xmlns:p14="http://schemas.microsoft.com/office/powerpoint/2010/main" val="109073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The </a:t>
            </a:r>
            <a:r>
              <a:rPr lang="en-IN" dirty="0" smtClean="0"/>
              <a:t>Factory </a:t>
            </a:r>
            <a:r>
              <a:rPr lang="en-IN" dirty="0" smtClean="0"/>
              <a:t>Pattern: </a:t>
            </a:r>
            <a:r>
              <a:rPr lang="en-IN" dirty="0" err="1" smtClean="0"/>
              <a:t>PoS</a:t>
            </a:r>
            <a:endParaRPr lang="en-IN" dirty="0" smtClean="0"/>
          </a:p>
        </p:txBody>
      </p:sp>
      <p:sp>
        <p:nvSpPr>
          <p:cNvPr id="5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>
              <a:buFont typeface="Arial" pitchFamily="34" charset="0"/>
              <a:buChar char="•"/>
            </a:pPr>
            <a:r>
              <a:rPr lang="en-IN" dirty="0" smtClean="0"/>
              <a:t>Also called Simple Factory or Concrete Factory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Simplification of </a:t>
            </a:r>
            <a:r>
              <a:rPr lang="en-IN" dirty="0" err="1" smtClean="0"/>
              <a:t>GoF</a:t>
            </a:r>
            <a:r>
              <a:rPr lang="en-IN" dirty="0" smtClean="0"/>
              <a:t> Abstract factory Pattern.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Who creates the adapter?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Who decides which class of adapter to create?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The </a:t>
            </a:r>
            <a:r>
              <a:rPr lang="en-IN" dirty="0" smtClean="0"/>
              <a:t>Factory </a:t>
            </a:r>
            <a:r>
              <a:rPr lang="en-IN" dirty="0" smtClean="0"/>
              <a:t>Pattern: </a:t>
            </a:r>
            <a:r>
              <a:rPr lang="en-IN" dirty="0" err="1" smtClean="0"/>
              <a:t>PoS</a:t>
            </a:r>
            <a:endParaRPr lang="en-IN" dirty="0"/>
          </a:p>
        </p:txBody>
      </p:sp>
      <p:graphicFrame>
        <p:nvGraphicFramePr>
          <p:cNvPr id="34819" name="Object 3"/>
          <p:cNvGraphicFramePr>
            <a:graphicFrameLocks noGrp="1" noChangeAspect="1"/>
          </p:cNvGraphicFramePr>
          <p:nvPr>
            <p:ph sz="half" idx="2"/>
          </p:nvPr>
        </p:nvGraphicFramePr>
        <p:xfrm>
          <a:off x="-32" y="1357298"/>
          <a:ext cx="9144032" cy="5143536"/>
        </p:xfrm>
        <a:graphic>
          <a:graphicData uri="http://schemas.openxmlformats.org/presentationml/2006/ole">
            <p:oleObj spid="_x0000_s1026" name="Visio" r:id="rId3" imgW="5508360" imgH="361584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Acknowledgement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Slides are based on Course Text Books:</a:t>
            </a:r>
          </a:p>
          <a:p>
            <a:endParaRPr lang="en-IN" dirty="0" smtClean="0"/>
          </a:p>
          <a:p>
            <a:pPr lvl="1"/>
            <a:r>
              <a:rPr lang="en-IN" dirty="0" smtClean="0"/>
              <a:t>Applying UMP and Patterns (An Introduction to Object-Oriented Analysis and Design and Iterative Development) : Craig </a:t>
            </a:r>
            <a:r>
              <a:rPr lang="en-IN" dirty="0" err="1" smtClean="0"/>
              <a:t>Larman</a:t>
            </a:r>
            <a:endParaRPr lang="en-IN" dirty="0" smtClean="0"/>
          </a:p>
          <a:p>
            <a:pPr lvl="1"/>
            <a:r>
              <a:rPr lang="en-IN" dirty="0" smtClean="0"/>
              <a:t>UMP Distilled (A Brief Guide to the Standard Object </a:t>
            </a:r>
            <a:r>
              <a:rPr lang="en-IN" dirty="0" err="1" smtClean="0"/>
              <a:t>Modeling</a:t>
            </a:r>
            <a:r>
              <a:rPr lang="en-IN" dirty="0" smtClean="0"/>
              <a:t> </a:t>
            </a:r>
            <a:r>
              <a:rPr lang="en-IN" dirty="0" err="1" smtClean="0"/>
              <a:t>Langauge</a:t>
            </a:r>
            <a:r>
              <a:rPr lang="en-IN" dirty="0" smtClean="0"/>
              <a:t>) : Martin Fowler</a:t>
            </a:r>
          </a:p>
          <a:p>
            <a:pPr lvl="1"/>
            <a:r>
              <a:rPr lang="en-IN" dirty="0" smtClean="0"/>
              <a:t>Design Patterns (Elements of Reusable Object-Oriented Software) : </a:t>
            </a:r>
            <a:r>
              <a:rPr lang="en-IN" dirty="0" err="1" smtClean="0"/>
              <a:t>GoF</a:t>
            </a:r>
            <a:r>
              <a:rPr lang="en-IN" dirty="0" smtClean="0"/>
              <a:t> </a:t>
            </a:r>
          </a:p>
          <a:p>
            <a:pPr lvl="1">
              <a:buNone/>
            </a:pPr>
            <a:r>
              <a:rPr lang="en-IN" dirty="0" smtClean="0"/>
              <a:t>	Erich Gama | Richard Helm | </a:t>
            </a:r>
          </a:p>
          <a:p>
            <a:pPr lvl="1">
              <a:buNone/>
            </a:pPr>
            <a:r>
              <a:rPr lang="en-IN" dirty="0" smtClean="0"/>
              <a:t>	Ralph Johnson | John </a:t>
            </a:r>
            <a:r>
              <a:rPr lang="en-IN" dirty="0" err="1" smtClean="0"/>
              <a:t>Vlissides</a:t>
            </a:r>
            <a:r>
              <a:rPr lang="en-IN" dirty="0" smtClean="0"/>
              <a:t>.</a:t>
            </a:r>
          </a:p>
          <a:p>
            <a:pPr lvl="1">
              <a:buNone/>
            </a:pPr>
            <a:endParaRPr lang="en-I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2459</TotalTime>
  <Words>108</Words>
  <Application>Microsoft Office PowerPoint</Application>
  <PresentationFormat>On-screen Show (4:3)</PresentationFormat>
  <Paragraphs>124</Paragraphs>
  <Slides>5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Office Theme</vt:lpstr>
      <vt:lpstr>Visio</vt:lpstr>
      <vt:lpstr>Object Oriented Analysis &amp; Design Module-7 (RL 7.1.4)</vt:lpstr>
      <vt:lpstr>Slide 2</vt:lpstr>
      <vt:lpstr>Slide 3</vt:lpstr>
      <vt:lpstr>Slide 4</vt:lpstr>
      <vt:lpstr>Acknowledgement</vt:lpstr>
    </vt:vector>
  </TitlesOfParts>
  <Company>bits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 ZC451 (Lecture #2)</dc:title>
  <dc:creator>ipc</dc:creator>
  <cp:lastModifiedBy>Harvinder Jabbal</cp:lastModifiedBy>
  <cp:revision>265</cp:revision>
  <dcterms:created xsi:type="dcterms:W3CDTF">2012-01-04T06:56:57Z</dcterms:created>
  <dcterms:modified xsi:type="dcterms:W3CDTF">2015-02-26T06:56:27Z</dcterms:modified>
</cp:coreProperties>
</file>