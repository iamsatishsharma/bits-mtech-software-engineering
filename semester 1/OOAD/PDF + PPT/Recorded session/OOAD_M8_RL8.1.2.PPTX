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90" r:id="rId2"/>
    <p:sldId id="491" r:id="rId3"/>
    <p:sldId id="498" r:id="rId4"/>
    <p:sldId id="499" r:id="rId5"/>
    <p:sldId id="500" r:id="rId6"/>
    <p:sldId id="501" r:id="rId7"/>
    <p:sldId id="502" r:id="rId8"/>
    <p:sldId id="503" r:id="rId9"/>
    <p:sldId id="50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6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Module-8 (RL 8.1.2)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Composite Pattern to </a:t>
            </a:r>
            <a:r>
              <a:rPr lang="en-IN" sz="2800" b="0" dirty="0" err="1" smtClean="0"/>
              <a:t>PoS.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15074" y="1357298"/>
            <a:ext cx="2776526" cy="3000395"/>
          </a:xfrm>
        </p:spPr>
        <p:txBody>
          <a:bodyPr>
            <a:normAutofit fontScale="77500" lnSpcReduction="20000"/>
          </a:bodyPr>
          <a:lstStyle/>
          <a:p>
            <a:pPr marL="0" indent="361950"/>
            <a:r>
              <a:rPr lang="en-IN" dirty="0" smtClean="0"/>
              <a:t>A new class called </a:t>
            </a:r>
            <a:r>
              <a:rPr lang="en-IN" b="1" dirty="0" err="1" smtClean="0"/>
              <a:t>CompositeBestForCustomerPricingStrategy</a:t>
            </a:r>
            <a:r>
              <a:rPr lang="en-IN" dirty="0" smtClean="0"/>
              <a:t> can implement the </a:t>
            </a:r>
            <a:r>
              <a:rPr lang="en-IN" b="1" dirty="0" err="1" smtClean="0"/>
              <a:t>ISalesPricingStrategy</a:t>
            </a:r>
            <a:r>
              <a:rPr lang="en-IN" dirty="0" smtClean="0"/>
              <a:t> and itself can </a:t>
            </a:r>
            <a:r>
              <a:rPr lang="en-IN" dirty="0" smtClean="0"/>
              <a:t>contain other </a:t>
            </a:r>
            <a:r>
              <a:rPr lang="en-IN" dirty="0" err="1" smtClean="0"/>
              <a:t>I</a:t>
            </a:r>
            <a:r>
              <a:rPr lang="en-IN" b="1" dirty="0" err="1" smtClean="0"/>
              <a:t>SalesPricingStrategy</a:t>
            </a:r>
            <a:r>
              <a:rPr lang="en-IN" b="1" dirty="0" smtClean="0"/>
              <a:t> </a:t>
            </a:r>
            <a:r>
              <a:rPr lang="en-IN" dirty="0" smtClean="0"/>
              <a:t>Objects.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Composite pattern</a:t>
            </a:r>
            <a:endParaRPr lang="en-IN" dirty="0"/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357298"/>
          <a:ext cx="6000759" cy="5143536"/>
        </p:xfrm>
        <a:graphic>
          <a:graphicData uri="http://schemas.openxmlformats.org/presentationml/2006/ole">
            <p:oleObj spid="_x0000_s1026" name="Visio" r:id="rId3" imgW="6564240" imgH="73969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500034" y="4500570"/>
            <a:ext cx="4038600" cy="198278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Collaboration with a composite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Collaboration with a Composite</a:t>
            </a:r>
            <a:endParaRPr lang="en-IN" dirty="0"/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28596" y="1428736"/>
          <a:ext cx="8539194" cy="3000396"/>
        </p:xfrm>
        <a:graphic>
          <a:graphicData uri="http://schemas.openxmlformats.org/presentationml/2006/ole">
            <p:oleObj spid="_x0000_s2050" name="Visio" r:id="rId3" imgW="6990120" imgH="37461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0" y="1428736"/>
            <a:ext cx="4038600" cy="4525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Note the </a:t>
            </a:r>
            <a:r>
              <a:rPr lang="en-IN" dirty="0" err="1" smtClean="0"/>
              <a:t>existance</a:t>
            </a:r>
            <a:r>
              <a:rPr lang="en-IN" dirty="0" smtClean="0"/>
              <a:t> of add method for adding </a:t>
            </a:r>
            <a:r>
              <a:rPr lang="en-IN" dirty="0" err="1" smtClean="0"/>
              <a:t>stategies</a:t>
            </a:r>
            <a:r>
              <a:rPr lang="en-IN" dirty="0" smtClean="0"/>
              <a:t> in this Composite Strategy.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Note also the abstract method </a:t>
            </a:r>
            <a:r>
              <a:rPr lang="en-IN" dirty="0" err="1" smtClean="0"/>
              <a:t>getTotal</a:t>
            </a:r>
            <a:r>
              <a:rPr lang="en-IN" dirty="0" smtClean="0"/>
              <a:t> to assure implementation of </a:t>
            </a:r>
            <a:r>
              <a:rPr lang="en-IN" dirty="0" err="1" smtClean="0"/>
              <a:t>ISalesPricingStrategy</a:t>
            </a:r>
            <a:r>
              <a:rPr lang="en-IN" dirty="0" smtClean="0"/>
              <a:t> interface.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Using Abstract Class to implement Composite</a:t>
            </a:r>
            <a:endParaRPr lang="en-IN" dirty="0"/>
          </a:p>
        </p:txBody>
      </p:sp>
      <p:graphicFrame>
        <p:nvGraphicFramePr>
          <p:cNvPr id="4098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143372" y="1428736"/>
          <a:ext cx="4824418" cy="3071834"/>
        </p:xfrm>
        <a:graphic>
          <a:graphicData uri="http://schemas.openxmlformats.org/presentationml/2006/ole">
            <p:oleObj spid="_x0000_s3074" name="Visio" r:id="rId3" imgW="5279760" imgH="288576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0" y="1428736"/>
            <a:ext cx="3143240" cy="492922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This is the strategy for creating the current store discount when the sale is created.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May be set initially at ZERO.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Creating a composite strategy</a:t>
            </a:r>
            <a:endParaRPr lang="en-IN" dirty="0"/>
          </a:p>
        </p:txBody>
      </p:sp>
      <p:graphicFrame>
        <p:nvGraphicFramePr>
          <p:cNvPr id="5122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071802" y="1357298"/>
          <a:ext cx="6072198" cy="3643338"/>
        </p:xfrm>
        <a:graphic>
          <a:graphicData uri="http://schemas.openxmlformats.org/presentationml/2006/ole">
            <p:oleObj spid="_x0000_s4098" name="Visio" r:id="rId3" imgW="6832440" imgH="34844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4429132"/>
            <a:ext cx="4900618" cy="1697031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Customer type discount, added when the customer type is communicated to the </a:t>
            </a:r>
            <a:r>
              <a:rPr lang="en-IN" dirty="0" err="1" smtClean="0"/>
              <a:t>PoS.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Creating a pricing strategy for a customer discount Part 1</a:t>
            </a:r>
            <a:endParaRPr lang="en-IN" dirty="0"/>
          </a:p>
        </p:txBody>
      </p:sp>
      <p:graphicFrame>
        <p:nvGraphicFramePr>
          <p:cNvPr id="614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28596" y="1357298"/>
          <a:ext cx="8715404" cy="3000396"/>
        </p:xfrm>
        <a:graphic>
          <a:graphicData uri="http://schemas.openxmlformats.org/presentationml/2006/ole">
            <p:oleObj spid="_x0000_s5122" name="Visio" r:id="rId3" imgW="7224120" imgH="31762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286380" y="1600201"/>
            <a:ext cx="3705220" cy="2543180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Elaboration of the previous diagram.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Note the use of factory object to create additional Pricing Strategy.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Note that even with conflicting discount strategies it looks like a single strategy to the Sale Object.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Creating a pricing strategy for a customer discount Part 2</a:t>
            </a:r>
            <a:endParaRPr lang="en-IN" dirty="0"/>
          </a:p>
        </p:txBody>
      </p:sp>
      <p:graphicFrame>
        <p:nvGraphicFramePr>
          <p:cNvPr id="7170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571612"/>
          <a:ext cx="5572132" cy="4406873"/>
        </p:xfrm>
        <a:graphic>
          <a:graphicData uri="http://schemas.openxmlformats.org/presentationml/2006/ole">
            <p:oleObj spid="_x0000_s6146" name="Visio" r:id="rId3" imgW="6787080" imgH="53668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229</Words>
  <Application>Microsoft Office PowerPoint</Application>
  <PresentationFormat>On-screen Show (4:3)</PresentationFormat>
  <Paragraphs>134</Paragraphs>
  <Slides>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Visio</vt:lpstr>
      <vt:lpstr>Object Oriented Analysis &amp; Design Module-8 (RL 8.1.2)</vt:lpstr>
      <vt:lpstr>Slide 2</vt:lpstr>
      <vt:lpstr>Slide 3</vt:lpstr>
      <vt:lpstr>Slide 4</vt:lpstr>
      <vt:lpstr>Slide 5</vt:lpstr>
      <vt:lpstr>Slide 6</vt:lpstr>
      <vt:lpstr>Slide 7</vt:lpstr>
      <vt:lpstr>Slide 8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2015-02-26T03:20:27Z</dcterms:modified>
</cp:coreProperties>
</file>