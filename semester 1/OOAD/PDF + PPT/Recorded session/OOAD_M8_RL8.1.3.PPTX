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90" r:id="rId2"/>
    <p:sldId id="491" r:id="rId3"/>
    <p:sldId id="498" r:id="rId4"/>
    <p:sldId id="50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2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Module-8 (RL 8.1.3)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smtClean="0"/>
              <a:t>Facade Pattern – Problem &amp; Solution</a:t>
            </a:r>
            <a:r>
              <a:rPr lang="en-IN" sz="280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Facade (GoF) pattern.</a:t>
            </a:r>
            <a:endParaRPr lang="en-US"/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CA" sz="2400"/>
              <a:t>Problem: A common unified interface to a disparate set of implementations or interfaces such as within a subsystem is required. There may be undesirable coupling to many things in the subsystem or the implementation of the subsystem may change. What to do?</a:t>
            </a:r>
          </a:p>
          <a:p>
            <a:pPr>
              <a:lnSpc>
                <a:spcPct val="80000"/>
              </a:lnSpc>
            </a:pPr>
            <a:r>
              <a:rPr lang="en-CA" sz="2400"/>
              <a:t>Solution: Define a single point of contact to the subsystem a facade object that wraps the subsystem. This facade object presents a single unified interface and is responsible for collaborating with the subsystem components.</a:t>
            </a:r>
          </a:p>
          <a:p>
            <a:pPr>
              <a:lnSpc>
                <a:spcPct val="80000"/>
              </a:lnSpc>
            </a:pPr>
            <a:r>
              <a:rPr lang="en-CA" sz="2400"/>
              <a:t>A Facade is a "front end" object that is the single point of entry for the services of a subsystem. The implementation and other components of the subsystem are private and can't be seen by external components.</a:t>
            </a:r>
          </a:p>
          <a:p>
            <a:pPr>
              <a:lnSpc>
                <a:spcPct val="80000"/>
              </a:lnSpc>
            </a:pPr>
            <a:r>
              <a:rPr lang="en-CA" sz="2400"/>
              <a:t>Facades are often accessed via Singleton.</a:t>
            </a:r>
          </a:p>
          <a:p>
            <a:pPr>
              <a:lnSpc>
                <a:spcPct val="80000"/>
              </a:lnSpc>
            </a:pPr>
            <a:r>
              <a:rPr lang="en-CA" sz="2400"/>
              <a:t>The Facade hides a subsystem behind an object.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2545</TotalTime>
  <Words>215</Words>
  <Application>Microsoft Office PowerPoint</Application>
  <PresentationFormat>On-screen Show (4:3)</PresentationFormat>
  <Paragraphs>124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Object Oriented Analysis &amp; Design Module-8 (RL 8.1.3)</vt:lpstr>
      <vt:lpstr>Slide 2</vt:lpstr>
      <vt:lpstr>Facade (GoF) pattern.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2015-02-26T07:58:18Z</dcterms:modified>
</cp:coreProperties>
</file>