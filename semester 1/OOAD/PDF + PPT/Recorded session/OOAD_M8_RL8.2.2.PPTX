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90" r:id="rId2"/>
    <p:sldId id="491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49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565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Module-8 (RL 8.2.2)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Application of Publish Subscribe Pattern to </a:t>
            </a:r>
            <a:r>
              <a:rPr lang="en-IN" sz="2800" b="0" dirty="0" err="1" smtClean="0"/>
              <a:t>PoS.</a:t>
            </a:r>
            <a:r>
              <a:rPr lang="en-IN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UML Package Diagram with a Facade</a:t>
            </a:r>
            <a:endParaRPr lang="en-US" dirty="0"/>
          </a:p>
        </p:txBody>
      </p:sp>
      <p:graphicFrame>
        <p:nvGraphicFramePr>
          <p:cNvPr id="26522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85720" y="1500173"/>
          <a:ext cx="8429684" cy="4929223"/>
        </p:xfrm>
        <a:graphic>
          <a:graphicData uri="http://schemas.openxmlformats.org/presentationml/2006/ole">
            <p:oleObj spid="_x0000_s1026" name="Visio" r:id="rId3" imgW="5736240" imgH="4057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Update the interface </a:t>
            </a:r>
            <a:br>
              <a:rPr lang="en-US" dirty="0" smtClean="0"/>
            </a:br>
            <a:r>
              <a:rPr lang="en-US" dirty="0" smtClean="0"/>
              <a:t>when the sale total changes</a:t>
            </a:r>
            <a:endParaRPr lang="en-US" dirty="0"/>
          </a:p>
        </p:txBody>
      </p:sp>
      <p:graphicFrame>
        <p:nvGraphicFramePr>
          <p:cNvPr id="26726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57200" y="1295400"/>
          <a:ext cx="8229600" cy="4191000"/>
        </p:xfrm>
        <a:graphic>
          <a:graphicData uri="http://schemas.openxmlformats.org/presentationml/2006/ole">
            <p:oleObj spid="_x0000_s2050" name="Visio" r:id="rId3" imgW="4632480" imgH="23590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The Observer Pattern</a:t>
            </a:r>
            <a:endParaRPr lang="en-US" dirty="0"/>
          </a:p>
        </p:txBody>
      </p:sp>
      <p:graphicFrame>
        <p:nvGraphicFramePr>
          <p:cNvPr id="26931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485900" y="1428736"/>
          <a:ext cx="7515256" cy="5072098"/>
        </p:xfrm>
        <a:graphic>
          <a:graphicData uri="http://schemas.openxmlformats.org/presentationml/2006/ole">
            <p:oleObj spid="_x0000_s3074" name="Visio" r:id="rId3" imgW="6918480" imgH="5670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The Observer SaleFrame1 </a:t>
            </a:r>
            <a:br>
              <a:rPr lang="en-US" dirty="0" smtClean="0"/>
            </a:br>
            <a:r>
              <a:rPr lang="en-US" dirty="0" smtClean="0"/>
              <a:t>subscribes to the publisher Sale</a:t>
            </a:r>
            <a:endParaRPr lang="en-US" dirty="0"/>
          </a:p>
        </p:txBody>
      </p:sp>
      <p:graphicFrame>
        <p:nvGraphicFramePr>
          <p:cNvPr id="27136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00034" y="1500174"/>
          <a:ext cx="8229600" cy="2770188"/>
        </p:xfrm>
        <a:graphic>
          <a:graphicData uri="http://schemas.openxmlformats.org/presentationml/2006/ole">
            <p:oleObj spid="_x0000_s4098" name="Visio" r:id="rId3" imgW="4931280" imgH="16581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The Sale publishes </a:t>
            </a:r>
            <a:br>
              <a:rPr lang="en-US" dirty="0" smtClean="0"/>
            </a:br>
            <a:r>
              <a:rPr lang="en-US" dirty="0" smtClean="0"/>
              <a:t>a property event to all its subscribers</a:t>
            </a:r>
            <a:endParaRPr lang="en-US" dirty="0"/>
          </a:p>
        </p:txBody>
      </p:sp>
      <p:graphicFrame>
        <p:nvGraphicFramePr>
          <p:cNvPr id="27341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57200" y="1676400"/>
          <a:ext cx="8229600" cy="3521075"/>
        </p:xfrm>
        <a:graphic>
          <a:graphicData uri="http://schemas.openxmlformats.org/presentationml/2006/ole">
            <p:oleObj spid="_x0000_s5122" name="Visio" r:id="rId3" imgW="4593600" imgH="1965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The subscriber SaleFrame1 </a:t>
            </a:r>
            <a:br>
              <a:rPr lang="en-US" sz="3600" dirty="0" smtClean="0"/>
            </a:br>
            <a:r>
              <a:rPr lang="en-US" sz="3600" dirty="0" smtClean="0"/>
              <a:t>receives notification of a published event</a:t>
            </a:r>
            <a:endParaRPr lang="en-US" sz="3600" dirty="0"/>
          </a:p>
        </p:txBody>
      </p:sp>
      <p:graphicFrame>
        <p:nvGraphicFramePr>
          <p:cNvPr id="27546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57200" y="2057400"/>
          <a:ext cx="8229600" cy="2744788"/>
        </p:xfrm>
        <a:graphic>
          <a:graphicData uri="http://schemas.openxmlformats.org/presentationml/2006/ole">
            <p:oleObj spid="_x0000_s6146" name="Visio" r:id="rId3" imgW="6324840" imgH="21103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29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Who is the </a:t>
            </a:r>
            <a:br>
              <a:rPr lang="en-US" sz="3600" dirty="0" smtClean="0"/>
            </a:br>
            <a:r>
              <a:rPr lang="en-US" sz="3600" dirty="0" smtClean="0"/>
              <a:t>observer, listener, subscriber and publisher</a:t>
            </a:r>
            <a:endParaRPr lang="en-US" sz="3600" dirty="0"/>
          </a:p>
        </p:txBody>
      </p:sp>
      <p:graphicFrame>
        <p:nvGraphicFramePr>
          <p:cNvPr id="27750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57200" y="1500174"/>
          <a:ext cx="8229600" cy="4525976"/>
        </p:xfrm>
        <a:graphic>
          <a:graphicData uri="http://schemas.openxmlformats.org/presentationml/2006/ole">
            <p:oleObj spid="_x0000_s7170" name="Visio" r:id="rId3" imgW="6783480" imgH="40068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29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Observer applied to </a:t>
            </a:r>
            <a:br>
              <a:rPr lang="en-US" sz="3600" dirty="0" smtClean="0"/>
            </a:br>
            <a:r>
              <a:rPr lang="en-US" sz="3600" dirty="0" smtClean="0"/>
              <a:t>alarm events, with different subscribers</a:t>
            </a:r>
            <a:endParaRPr lang="en-US" sz="3600" dirty="0"/>
          </a:p>
        </p:txBody>
      </p:sp>
      <p:graphicFrame>
        <p:nvGraphicFramePr>
          <p:cNvPr id="27955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590675" y="1441471"/>
          <a:ext cx="5962650" cy="5059363"/>
        </p:xfrm>
        <a:graphic>
          <a:graphicData uri="http://schemas.openxmlformats.org/presentationml/2006/ole">
            <p:oleObj spid="_x0000_s8194" name="Visio" r:id="rId3" imgW="6332400" imgH="53733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2480</TotalTime>
  <Words>98</Words>
  <Application>Microsoft Office PowerPoint</Application>
  <PresentationFormat>On-screen Show (4:3)</PresentationFormat>
  <Paragraphs>126</Paragraphs>
  <Slides>11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Visio</vt:lpstr>
      <vt:lpstr>Object Oriented Analysis &amp; Design Module-8 (RL 8.2.2)</vt:lpstr>
      <vt:lpstr>Slide 2</vt:lpstr>
      <vt:lpstr>UML Package Diagram with a Facade</vt:lpstr>
      <vt:lpstr>Update the interface  when the sale total changes</vt:lpstr>
      <vt:lpstr>The Observer Pattern</vt:lpstr>
      <vt:lpstr>The Observer SaleFrame1  subscribes to the publisher Sale</vt:lpstr>
      <vt:lpstr>The Sale publishes  a property event to all its subscribers</vt:lpstr>
      <vt:lpstr>The subscriber SaleFrame1  receives notification of a published event</vt:lpstr>
      <vt:lpstr>Who is the  observer, listener, subscriber and publisher</vt:lpstr>
      <vt:lpstr>Observer applied to  alarm events, with different subscribers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2015-02-26T04:32:32Z</dcterms:modified>
</cp:coreProperties>
</file>